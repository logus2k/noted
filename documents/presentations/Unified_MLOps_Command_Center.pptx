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7" d="100"/>
          <a:sy n="107" d="100"/>
        </p:scale>
        <p:origin x="220" y="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2026-03-27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2026-03-27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2026-03-27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2026-03-27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2000"/>
                    </a14:imgEffect>
                    <a14:imgEffect>
                      <a14:brightnessContrast bright="16000" contras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3125796-5EB8-01C5-33B0-A4A9560A6486}"/>
              </a:ext>
            </a:extLst>
          </p:cNvPr>
          <p:cNvSpPr/>
          <p:nvPr/>
        </p:nvSpPr>
        <p:spPr>
          <a:xfrm>
            <a:off x="965200" y="2362200"/>
            <a:ext cx="49530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1053F-8779-6D57-75A5-765D04DEF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873" y="2743200"/>
            <a:ext cx="4769654" cy="1295400"/>
          </a:xfrm>
          <a:prstGeom prst="rect">
            <a:avLst/>
          </a:prstGeom>
          <a:effectLst>
            <a:outerShdw blurRad="50800" dir="8460000" sx="104000" sy="104000" algn="tl" rotWithShape="0">
              <a:prstClr val="black">
                <a:alpha val="28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ANTONIO CRUZ</cp:lastModifiedBy>
  <cp:revision>3</cp:revision>
  <dcterms:created xsi:type="dcterms:W3CDTF">2006-08-16T00:00:00Z</dcterms:created>
  <dcterms:modified xsi:type="dcterms:W3CDTF">2026-03-27T01:11:56Z</dcterms:modified>
</cp:coreProperties>
</file>